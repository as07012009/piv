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92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23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8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52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68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0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23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1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9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85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1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7663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05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034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964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299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84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4752C65-8096-4EBE-AB63-958B5B54D3AC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463181E-2803-4E5A-AAF4-F63C1F601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859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3F7AEF-46D4-782C-F0C4-3610BF38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435" y="0"/>
            <a:ext cx="614373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45FD9A-557C-2D8B-6707-BBE4D91D9100}"/>
              </a:ext>
            </a:extLst>
          </p:cNvPr>
          <p:cNvSpPr txBox="1"/>
          <p:nvPr/>
        </p:nvSpPr>
        <p:spPr>
          <a:xfrm>
            <a:off x="688257" y="1268360"/>
            <a:ext cx="5350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 робототехнике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96F3F-6D41-1E95-31D9-3ECC1E0323AE}"/>
              </a:ext>
            </a:extLst>
          </p:cNvPr>
          <p:cNvSpPr txBox="1"/>
          <p:nvPr/>
        </p:nvSpPr>
        <p:spPr>
          <a:xfrm>
            <a:off x="688257" y="2619015"/>
            <a:ext cx="535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R2D2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танцующий робот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6249A-842D-2134-A3FA-520627EBB746}"/>
              </a:ext>
            </a:extLst>
          </p:cNvPr>
          <p:cNvSpPr txBox="1"/>
          <p:nvPr/>
        </p:nvSpPr>
        <p:spPr>
          <a:xfrm>
            <a:off x="688257" y="4031226"/>
            <a:ext cx="236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Произвела: Команда 5</a:t>
            </a:r>
          </a:p>
        </p:txBody>
      </p:sp>
    </p:spTree>
    <p:extLst>
      <p:ext uri="{BB962C8B-B14F-4D97-AF65-F5344CB8AC3E}">
        <p14:creationId xmlns:p14="http://schemas.microsoft.com/office/powerpoint/2010/main" val="128889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A4647F30-E77F-A82C-3CEC-8E472DC36A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543232"/>
            <a:ext cx="4124632" cy="412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5E2516-3F1F-AC91-04C3-00CBEF993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B8AF6A-232A-6383-7EC4-06B813F7D029}"/>
              </a:ext>
            </a:extLst>
          </p:cNvPr>
          <p:cNvSpPr txBox="1"/>
          <p:nvPr/>
        </p:nvSpPr>
        <p:spPr>
          <a:xfrm>
            <a:off x="1307690" y="737419"/>
            <a:ext cx="207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 и характер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B1919-C726-5771-2651-286BCEEE4E57}"/>
              </a:ext>
            </a:extLst>
          </p:cNvPr>
          <p:cNvSpPr txBox="1"/>
          <p:nvPr/>
        </p:nvSpPr>
        <p:spPr>
          <a:xfrm>
            <a:off x="1307690" y="1334418"/>
            <a:ext cx="10176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R2D2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родился в ангаре звездолёта, где научился двигаться в такт музыки, пока чинили двигатели. Он общается только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бипами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поворотами головы, но его характер понятен без слов: он любопытный, немного упрямый и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любит танцевать.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D72F68-FF6D-4BB3-EE1A-7830DC54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3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3975C5-85ED-3AC6-3C87-387CE2BEE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6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7B5EA-B888-752E-F1C1-EB9E2BE6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22B3A0-1315-F78B-878E-23E1EF0EF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763420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281</TotalTime>
  <Words>56</Words>
  <Application>Microsoft Office PowerPoint</Application>
  <PresentationFormat>Широкоэкранный</PresentationFormat>
  <Paragraphs>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Corbel</vt:lpstr>
      <vt:lpstr>Times New Roman</vt:lpstr>
      <vt:lpstr>Глубина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 Abgaryan</dc:creator>
  <cp:lastModifiedBy>Silvi Abgaryan</cp:lastModifiedBy>
  <cp:revision>4</cp:revision>
  <dcterms:created xsi:type="dcterms:W3CDTF">2026-10-23T22:54:25Z</dcterms:created>
  <dcterms:modified xsi:type="dcterms:W3CDTF">2026-10-24T12:26:15Z</dcterms:modified>
</cp:coreProperties>
</file>